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012"/>
  </p:normalViewPr>
  <p:slideViewPr>
    <p:cSldViewPr snapToGrid="0" snapToObjects="1">
      <p:cViewPr varScale="1">
        <p:scale>
          <a:sx n="90" d="100"/>
          <a:sy n="90" d="100"/>
        </p:scale>
        <p:origin x="23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506C-2870-3746-BBBE-57C33912E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D64F2-5FF7-BF41-B41F-09752661F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93C3-A2C1-CA4C-80E9-C61EF5CB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144F7-B9E6-7C4E-A168-F0741802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5274-E581-5346-A168-52C50657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5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3E88-2029-6C4B-9A62-268909801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F352-8BA9-D942-A8F4-AD3D4E4A8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B96CD-A83F-BE4F-9D89-181FFE1D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2E441-CD18-D847-9544-60550B9F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664B-46CB-864E-8F97-E65FAA4B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2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7226-EAD3-B048-9C4D-17EE2C7A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E1B65-B56C-4343-92CA-F36D653AC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966D-3F62-704B-854B-4B28FDCB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6EE1-A975-FF44-B27E-923A526F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F1F75-F2D8-BD4C-BBE2-3D6EEF3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B90F-9AC7-6C4B-A176-5DB68DB4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508E-4A5E-7344-A3A0-F2C99958B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07E9D-890C-9046-8090-49F8253D2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36A5-66E3-F948-8299-83E17C1E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694FC-492C-584E-92F8-D68BEF2D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0CD94-F617-634A-BE83-F605D70B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2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47C7-A8BC-C84B-8507-34C1326E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A276D-8691-5844-AD57-94F0BB2EA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2EF6-E187-DA4C-8C9F-4FD6C613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8DE29-D63B-7B40-8D86-B1C452135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9C4DE-8EC0-E948-BBBE-06E27F9B2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3E476-0286-2848-B4E4-FC932190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8BDF3-A592-CD41-AC43-FE30086F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95207-FF76-3E42-98D0-740CFE11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4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2277-6214-694F-985D-25932435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47246-E394-4F43-9FC7-EC345DD3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D6201-15E0-1341-9591-32008516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DBCA3-FEF1-4B4A-9D34-BEA359A6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6CA78-DD99-E046-A93B-D471779F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85B43-C350-4240-841C-764F7D95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24575-5E2B-A646-BF84-8F8600C4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8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C7E1-DF43-F146-8847-161C30CD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13804-CE0D-6E4C-AFC8-6F67D423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D2047-624E-1947-A1C1-BBF0221E9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B511C-F889-5D47-B05E-87B003AC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7F10D-14FF-314F-8B19-0DFB5BF7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57E25-FFBC-9042-8C11-A899FBB6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905B-855E-D649-9E5D-58000E3F9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F3EDC-5EA1-FA4E-9D3E-E702BB6D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46B38-5371-CB4D-8FCF-B8414CC52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45150-6BA2-7E43-B646-BA178862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E736D-9274-0347-AADA-17358289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EE5EC-224F-7249-A56F-5D508F43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7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774F-8AD7-3B45-AE00-A0AAE5A3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B13F0-FAE8-BD47-9F4E-CCA72B5B8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AEB7B-F835-8B4F-B98B-F4494288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1A6F7-91EF-6A43-BF23-D3A20B24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4B14F-22B6-CE43-B5D0-550DF662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08D6C-2721-3445-B3A1-9BD13C600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8C452-D205-5146-9A15-3D6137EA8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5CF5-B681-3F42-8DE0-5A9C745B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725A5-51E8-104B-AEF7-58FB471A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C56D9-FEE6-164C-82AA-4C80275C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6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CF20D-3452-564E-8BF7-7C44BD89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A0B1A-16A1-6F40-A3DD-E8E966562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918B4-FA96-0B4F-88F2-BD9BD6563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AB44A-9B02-E54E-8892-EF6C157D963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DDADC-BA21-DF4D-9941-B6EA47881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154E2-473B-E347-B14D-A1D29DBD2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1A70B-DC05-1649-87DB-F08263205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8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591B7-E30F-BE4B-B4F8-D156B27BED4D}"/>
              </a:ext>
            </a:extLst>
          </p:cNvPr>
          <p:cNvSpPr txBox="1"/>
          <p:nvPr/>
        </p:nvSpPr>
        <p:spPr>
          <a:xfrm>
            <a:off x="2388870" y="628649"/>
            <a:ext cx="3454584" cy="330041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4DC4D-911A-2048-B1C2-ACB237A7FC7A}"/>
              </a:ext>
            </a:extLst>
          </p:cNvPr>
          <p:cNvCxnSpPr>
            <a:cxnSpLocks/>
          </p:cNvCxnSpPr>
          <p:nvPr/>
        </p:nvCxnSpPr>
        <p:spPr>
          <a:xfrm>
            <a:off x="2586038" y="2214565"/>
            <a:ext cx="3086728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3710CE-7A9E-9546-B2F2-FB55AA3A77A6}"/>
              </a:ext>
            </a:extLst>
          </p:cNvPr>
          <p:cNvSpPr txBox="1"/>
          <p:nvPr/>
        </p:nvSpPr>
        <p:spPr>
          <a:xfrm>
            <a:off x="2521429" y="556898"/>
            <a:ext cx="321594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solidFill>
                  <a:schemeClr val="bg1">
                    <a:lumMod val="50000"/>
                  </a:schemeClr>
                </a:solidFill>
              </a:rPr>
              <a:t>DMX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D3521-06F8-5449-AABE-CB55D2F865BD}"/>
              </a:ext>
            </a:extLst>
          </p:cNvPr>
          <p:cNvSpPr txBox="1"/>
          <p:nvPr/>
        </p:nvSpPr>
        <p:spPr>
          <a:xfrm>
            <a:off x="2436084" y="2045767"/>
            <a:ext cx="33866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>
                    <a:lumMod val="75000"/>
                  </a:schemeClr>
                </a:solidFill>
              </a:rPr>
              <a:t>lights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04F95-4779-1C47-8B8A-35F7C614B3B1}"/>
              </a:ext>
            </a:extLst>
          </p:cNvPr>
          <p:cNvSpPr txBox="1"/>
          <p:nvPr/>
        </p:nvSpPr>
        <p:spPr>
          <a:xfrm>
            <a:off x="4545587" y="3538483"/>
            <a:ext cx="122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Version 3.0</a:t>
            </a:r>
          </a:p>
        </p:txBody>
      </p:sp>
    </p:spTree>
    <p:extLst>
      <p:ext uri="{BB962C8B-B14F-4D97-AF65-F5344CB8AC3E}">
        <p14:creationId xmlns:p14="http://schemas.microsoft.com/office/powerpoint/2010/main" val="335584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591B7-E30F-BE4B-B4F8-D156B27BED4D}"/>
              </a:ext>
            </a:extLst>
          </p:cNvPr>
          <p:cNvSpPr txBox="1"/>
          <p:nvPr/>
        </p:nvSpPr>
        <p:spPr>
          <a:xfrm>
            <a:off x="2388870" y="628649"/>
            <a:ext cx="3454584" cy="330041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4DC4D-911A-2048-B1C2-ACB237A7FC7A}"/>
              </a:ext>
            </a:extLst>
          </p:cNvPr>
          <p:cNvCxnSpPr>
            <a:cxnSpLocks/>
          </p:cNvCxnSpPr>
          <p:nvPr/>
        </p:nvCxnSpPr>
        <p:spPr>
          <a:xfrm>
            <a:off x="2586038" y="2214565"/>
            <a:ext cx="3086728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3710CE-7A9E-9546-B2F2-FB55AA3A77A6}"/>
              </a:ext>
            </a:extLst>
          </p:cNvPr>
          <p:cNvSpPr txBox="1"/>
          <p:nvPr/>
        </p:nvSpPr>
        <p:spPr>
          <a:xfrm>
            <a:off x="2477532" y="328298"/>
            <a:ext cx="319523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>
                <a:solidFill>
                  <a:schemeClr val="bg1">
                    <a:lumMod val="50000"/>
                  </a:schemeClr>
                </a:solidFill>
              </a:rPr>
              <a:t>PAD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D3521-06F8-5449-AABE-CB55D2F865BD}"/>
              </a:ext>
            </a:extLst>
          </p:cNvPr>
          <p:cNvSpPr txBox="1"/>
          <p:nvPr/>
        </p:nvSpPr>
        <p:spPr>
          <a:xfrm>
            <a:off x="2436084" y="2045767"/>
            <a:ext cx="33866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>
                    <a:lumMod val="75000"/>
                  </a:schemeClr>
                </a:solidFill>
              </a:rPr>
              <a:t>lights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04F95-4779-1C47-8B8A-35F7C614B3B1}"/>
              </a:ext>
            </a:extLst>
          </p:cNvPr>
          <p:cNvSpPr txBox="1"/>
          <p:nvPr/>
        </p:nvSpPr>
        <p:spPr>
          <a:xfrm>
            <a:off x="4545587" y="3538483"/>
            <a:ext cx="122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Version 3.0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7C829-8C20-734D-A623-B6776E8571B8}"/>
              </a:ext>
            </a:extLst>
          </p:cNvPr>
          <p:cNvSpPr txBox="1"/>
          <p:nvPr/>
        </p:nvSpPr>
        <p:spPr>
          <a:xfrm>
            <a:off x="4645438" y="1253954"/>
            <a:ext cx="232918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i="1" dirty="0">
                <a:solidFill>
                  <a:srgbClr val="FFFF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4C7D78-034B-7143-A2F1-A25BBDCFB073}"/>
              </a:ext>
            </a:extLst>
          </p:cNvPr>
          <p:cNvCxnSpPr>
            <a:cxnSpLocks/>
          </p:cNvCxnSpPr>
          <p:nvPr/>
        </p:nvCxnSpPr>
        <p:spPr>
          <a:xfrm>
            <a:off x="5444403" y="989123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2F93E7-2E7B-B546-9CB5-BFC051D8D581}"/>
              </a:ext>
            </a:extLst>
          </p:cNvPr>
          <p:cNvCxnSpPr>
            <a:cxnSpLocks/>
          </p:cNvCxnSpPr>
          <p:nvPr/>
        </p:nvCxnSpPr>
        <p:spPr>
          <a:xfrm>
            <a:off x="4595524" y="1507688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16B888-D053-0B45-8B37-ACF56060D384}"/>
              </a:ext>
            </a:extLst>
          </p:cNvPr>
          <p:cNvCxnSpPr>
            <a:cxnSpLocks/>
          </p:cNvCxnSpPr>
          <p:nvPr/>
        </p:nvCxnSpPr>
        <p:spPr>
          <a:xfrm>
            <a:off x="4764294" y="1400495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1BCE8F-77BC-2245-9903-AAFBF94CF16A}"/>
              </a:ext>
            </a:extLst>
          </p:cNvPr>
          <p:cNvCxnSpPr>
            <a:cxnSpLocks/>
          </p:cNvCxnSpPr>
          <p:nvPr/>
        </p:nvCxnSpPr>
        <p:spPr>
          <a:xfrm>
            <a:off x="4923591" y="1293222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831963-6FE1-8846-BF78-420F58326D41}"/>
              </a:ext>
            </a:extLst>
          </p:cNvPr>
          <p:cNvCxnSpPr>
            <a:cxnSpLocks/>
          </p:cNvCxnSpPr>
          <p:nvPr/>
        </p:nvCxnSpPr>
        <p:spPr>
          <a:xfrm>
            <a:off x="5087666" y="1195805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098786-BDC3-BC4B-A676-A2DE04ED5547}"/>
              </a:ext>
            </a:extLst>
          </p:cNvPr>
          <p:cNvCxnSpPr>
            <a:cxnSpLocks/>
          </p:cNvCxnSpPr>
          <p:nvPr/>
        </p:nvCxnSpPr>
        <p:spPr>
          <a:xfrm>
            <a:off x="5256436" y="1105060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1EE661-C545-144F-91C6-9166E909BB9A}"/>
              </a:ext>
            </a:extLst>
          </p:cNvPr>
          <p:cNvCxnSpPr>
            <a:cxnSpLocks/>
          </p:cNvCxnSpPr>
          <p:nvPr/>
        </p:nvCxnSpPr>
        <p:spPr>
          <a:xfrm>
            <a:off x="5594354" y="859334"/>
            <a:ext cx="102258" cy="771167"/>
          </a:xfrm>
          <a:prstGeom prst="line">
            <a:avLst/>
          </a:prstGeom>
          <a:ln w="730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47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9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Apple Chancery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2025-03-19T16:23:11Z</dcterms:created>
  <dcterms:modified xsi:type="dcterms:W3CDTF">2025-05-23T11:04:47Z</dcterms:modified>
</cp:coreProperties>
</file>